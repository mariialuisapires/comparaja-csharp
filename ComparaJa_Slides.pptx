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 Black"/>
              </a:rPr>
              <a:t>Compara Já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256032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Plataforma de Comparação de Preços</a:t>
            </a:r>
          </a:p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nos Principais E-Commerces Brasileiros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60520"/>
            <a:ext cx="14173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.NET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4160520"/>
            <a:ext cx="14173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4160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C#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160520"/>
            <a:ext cx="14173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4160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SQLite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4160520"/>
            <a:ext cx="14173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4160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Playwright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160520"/>
            <a:ext cx="14173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160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  <a:latin typeface="Calibri"/>
              </a:rPr>
              <a:t>ASP.NET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316736"/>
            <a:ext cx="2651760" cy="3108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5176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65A82"/>
                </a:solidFill>
                <a:latin typeface="Arial Black"/>
              </a:rPr>
              <a:t>3+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plataformas para
comparar preços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Amazon, Magalu, MercadoLivre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1316736"/>
            <a:ext cx="2651760" cy="3108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80160"/>
            <a:ext cx="265176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65176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417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65A82"/>
                </a:solidFill>
                <a:latin typeface="Arial Black"/>
              </a:rPr>
              <a:t>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perdidas comparando
preços manualmente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918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por compra, em média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316736"/>
            <a:ext cx="2651760" cy="3108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280160"/>
            <a:ext cx="265176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80160"/>
            <a:ext cx="265176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417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65A82"/>
                </a:solidFill>
                <a:latin typeface="Arial Black"/>
              </a:rPr>
              <a:t>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variação de preços
entre plataformas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918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para o mesmo produto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Consumidores brasileiros precisam de uma solução centralizada para comparar preços de forma rápida e inteligente.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5143500"/>
          </a:xfrm>
          <a:prstGeom prst="rect">
            <a:avLst/>
          </a:prstGeom>
          <a:solidFill>
            <a:srgbClr val="02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2316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ComparaJá centraliza preços de múltiplas</a:t>
            </a: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plataformas com scraping inteligente e</a:t>
            </a: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matching automático de produtos.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4114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Busca Unificada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77724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Pesquise Amazon, MercadoLivre e Magalu de uma só vez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444751"/>
            <a:ext cx="4937760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572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270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Matching Automático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92807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FuzzySharp com extração de features identifica o mesmo produto em diferentes lojas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560320"/>
            <a:ext cx="4937760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6883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426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Histórico de Preços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00837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Acompanhe a evolução dos preços ao longo do tempo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675887"/>
            <a:ext cx="4937760" cy="731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38039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2E"/>
                </a:solidFill>
                <a:latin typeface="Calibri"/>
              </a:rP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7581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Painel Administrativo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12394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Autenticação por sessão, aprovação e rejeição de listagens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Funcionalidades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133856"/>
            <a:ext cx="269748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6974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64008" cy="1691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887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🛒  Multi-Source Scraping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002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Scraping em tempo real de Amazon BR, MercadoLivre e Magalu com Playwright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1256" y="1133856"/>
            <a:ext cx="269748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1097280"/>
            <a:ext cx="26974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79" y="1097280"/>
            <a:ext cx="64008" cy="1691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11887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🧠  Matching Inteligente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16002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FuzzySharp + extração de specs (RAM, storage, tela) para matching preciso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133856"/>
            <a:ext cx="269748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097280"/>
            <a:ext cx="26974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097280"/>
            <a:ext cx="64008" cy="1691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1887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📊  Histórico de Preços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6002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Price snapshots com timestamps para análise de tendências e quedas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" y="3008376"/>
            <a:ext cx="269748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71800"/>
            <a:ext cx="26974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971800"/>
            <a:ext cx="64008" cy="1691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🔐  Painel Administrativo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347472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Login por sessão, confirmação/rejeição de listagens, histórico visual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1256" y="3008376"/>
            <a:ext cx="269748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4679" y="2971800"/>
            <a:ext cx="26974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54679" y="2971800"/>
            <a:ext cx="64008" cy="1691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39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📂  Dual Input (CSV / JSON)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39" y="347472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Rastreamento via arquivo CSV de produtos ou URLs diretas em 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1616" y="3008376"/>
            <a:ext cx="2697480" cy="1691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971800"/>
            <a:ext cx="26974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971800"/>
            <a:ext cx="64008" cy="1691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🌐  Interface Pública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47472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Busca full-text, filtros por categoria, marca e faixa de preço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Stack Tecnológica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1133856"/>
            <a:ext cx="4069080" cy="17373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06908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406908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3385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 &amp;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5448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.NET 8.0 / C#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65376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ASP.NET Core MVC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76272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Dapper 2.1 (ORM leve)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8716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Dependency Injection nativo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1456" y="1133856"/>
            <a:ext cx="4069080" cy="17373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097280"/>
            <a:ext cx="406908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097280"/>
            <a:ext cx="406908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113385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Banco de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155448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SQLite (embedded)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865376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Microsoft.Data.Sqlite 8.0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176272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Schema com 3 tabelas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48716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Price snapshots históricos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3054096"/>
            <a:ext cx="4069080" cy="17373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17520"/>
            <a:ext cx="406908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017520"/>
            <a:ext cx="406908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05409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Web Scraping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47472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Microsoft.Playwright 1.49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785615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AngleSharp 1.1 (CSS selectors)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096511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Rate limiting anti-bot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40740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Stealth scripts / Playwright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91456" y="3054096"/>
            <a:ext cx="4069080" cy="17373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3017520"/>
            <a:ext cx="406908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0" y="3017520"/>
            <a:ext cx="406908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05409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Processamento de Dados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347472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FuzzySharp 2.0 (matching)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3785615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CsvHelper 33.0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2" y="4096511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Regex feature extraction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440740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▸  Scoring threshold: 85 / 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412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 Black"/>
              </a:rPr>
              <a:t>Arquitetura Hexagonal (Ports &amp; Adapters)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697480" cy="3703320"/>
          </a:xfrm>
          <a:prstGeom prst="rect">
            <a:avLst/>
          </a:prstGeom>
          <a:solidFill>
            <a:srgbClr val="E0F2FE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697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Adapters &amp; Interface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TrackCommand (CLI)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ServeCommand (CLI)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067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821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Controllers MVC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13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Views Razor (.cshtml)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697480" cy="3703320"/>
          </a:xfrm>
          <a:prstGeom prst="rect">
            <a:avLst/>
          </a:prstGeom>
          <a:solidFill>
            <a:srgbClr val="F0FDF4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69748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11556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Application (Use Cases)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62763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7190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TrackPricesUseCase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35915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45059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TrackLinksUseCase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09067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1821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AuthService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1097280"/>
            <a:ext cx="2697480" cy="3703320"/>
          </a:xfrm>
          <a:prstGeom prst="rect">
            <a:avLst/>
          </a:prstGeom>
          <a:solidFill>
            <a:srgbClr val="EEF2FF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59" y="1097280"/>
            <a:ext cx="269748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111556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Domain (Core)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62763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7190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Models &amp; 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35915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5059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Categories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09067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1821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IPriceSource (Port)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22192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913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IProductRepository (Port)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7293"/>
                </a:solidFill>
                <a:latin typeface="Calibri"/>
              </a:rPr>
              <a:t>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7293"/>
                </a:solidFill>
                <a:latin typeface="Calibri"/>
              </a:rPr>
              <a:t>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Cada camada depende apenas da camada interna via interfaces (Ports) — baixo acoplamento e alta testabilidade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Pipeline de Scraping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188720"/>
            <a:ext cx="713232" cy="71323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2066543"/>
            <a:ext cx="1591056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029968"/>
            <a:ext cx="1591056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5146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CSV com produtos ou JSON com URLs diretas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14173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2478024" y="1188720"/>
            <a:ext cx="713232" cy="7132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11887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066543"/>
            <a:ext cx="1591056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75104" y="2029968"/>
            <a:ext cx="1591056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75104" y="210312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7293"/>
                </a:solidFill>
                <a:latin typeface="Calibri"/>
              </a:rPr>
              <a:t>Playwright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5146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Browser headless navega e busca produtos nas lojas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14173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4178808" y="1188720"/>
            <a:ext cx="713232" cy="7132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8808" y="11887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12464" y="2066543"/>
            <a:ext cx="1591056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75888" y="2029968"/>
            <a:ext cx="1591056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5888" y="210312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Parse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25146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AngleSharp extrai: preço, título, avaliações, vendedor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14173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5879592" y="1188720"/>
            <a:ext cx="713232" cy="71323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11887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8" y="2066543"/>
            <a:ext cx="1591056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76672" y="2029968"/>
            <a:ext cx="1591056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76672" y="210312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9824" y="25146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FuzzySharp compara nomes + features (score ≥ 85)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14173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7580376" y="1188720"/>
            <a:ext cx="713232" cy="71323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0376" y="1188720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14032" y="2066543"/>
            <a:ext cx="1591056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77456" y="2029968"/>
            <a:ext cx="1591056" cy="2377440"/>
          </a:xfrm>
          <a:prstGeom prst="rect">
            <a:avLst/>
          </a:prstGeom>
          <a:solidFill>
            <a:srgbClr val="F8FAFC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77456" y="2103120"/>
            <a:ext cx="1591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5A82"/>
                </a:solidFill>
                <a:latin typeface="Calibri"/>
              </a:rPr>
              <a:t>Salvar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2514600"/>
            <a:ext cx="1463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Snapshot salvo no SQLite com timestamp para histórico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59943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Lojas: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440" y="4599432"/>
            <a:ext cx="1828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4599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  <a:latin typeface="Calibri"/>
              </a:rPr>
              <a:t>Amazon BR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4599432"/>
            <a:ext cx="1828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3DB7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4599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B705"/>
                </a:solidFill>
                <a:latin typeface="Calibri"/>
              </a:rPr>
              <a:t>MercadoLivre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4599432"/>
            <a:ext cx="182880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4599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2CE"/>
                </a:solidFill>
                <a:latin typeface="Calibri"/>
              </a:rPr>
              <a:t>Magalu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 Black"/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64592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✅  O que foi construído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Scraping multi-fonte com anti-bot (Playwright)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Matching inteligente com FuzzySharp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0662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Histórico de preços com snapshots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Interface pública + 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1129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•  Arquitetura Hexagonal em .NET 8 / C#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417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🚀  Próximas funcionalidades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938528"/>
            <a:ext cx="54864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90195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Alertas de queda de preço por e-mail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340864"/>
            <a:ext cx="54864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30428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Mais lojas: Shopee, Americanas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743200"/>
            <a:ext cx="54864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706624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App mobile (iOS / Android)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145536"/>
            <a:ext cx="54864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108960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API pública para integrações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547872"/>
            <a:ext cx="54864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511296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Deploy em produção (cloud)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45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2C39A"/>
                </a:solidFill>
                <a:latin typeface="Calibri"/>
              </a:rPr>
              <a:t>Compara Já — Compare agora. Economize sempre.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